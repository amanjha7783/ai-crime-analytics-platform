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AI-Driven Crime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Visualization Platform for Karnataka State Police Datathon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Fragmented police records limit pattern detection, offender tracking, network analysis, hotspot prediction, and proactive policing.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A full intelligence platform with ETL, PostGIS, machine learning, explainability, FastAPI, and a Next.js police command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Collect, validate, clean, impute, engineer features, analyze, store, predict, explain, and visualize.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ML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Classification, hotspot prediction, repeat offender detection, risk scoring, trend forecasting, anomaly detection, and explainability.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KPIs, maps, heatmaps, trends, criminal network graph, risk scores, filters, and reports.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Police data flows through ETL to PostGIS and ML services, then through FastAPI to the intelligence portal.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Prioritize patrols, detect repeat activity, compare districts, investigate networks, and produce faster intelligence briefs.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Docker locally, Vercel for frontend, Render or Railway for backend, PostgreSQL/PostGIS, and Redis.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/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Official secure feeds, advanced models, SHAP, streaming alerts, investigator workflows, and model monitoring.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